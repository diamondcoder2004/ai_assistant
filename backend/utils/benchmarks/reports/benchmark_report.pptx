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Analysis Report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(Башкирэнерго)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3291840"/>
            <a:ext cx="274320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2026-04-28  |  308 questions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2801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308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Total Questions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1280160"/>
          </a:xfrm>
          <a:prstGeom prst="rect">
            <a:avLst/>
          </a:prstGeom>
          <a:solidFill>
            <a:srgbClr val="38A16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88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39.0%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Correct Answers (120)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560320" cy="1280160"/>
          </a:xfrm>
          <a:prstGeom prst="rect">
            <a:avLst/>
          </a:prstGeom>
          <a:solidFill>
            <a:srgbClr val="E53E3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188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61.0%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12648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Errors (188)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92.9%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Judge Agreement (286/308)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8229600" cy="13716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109728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Личный кабинет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8A1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Дополнительные услуги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53E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Технологическое присоединение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53E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Всего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10972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0" y="1097280"/>
            <a:ext cx="1371600" cy="10972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0972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54.7%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ЛК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Личный кабинет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Personal Account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</a:rPr>
              <a:t>GOOD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77440"/>
            <a:ext cx="91440" cy="10972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26080" y="2377440"/>
            <a:ext cx="1371600" cy="10972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23774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32.8%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ДУ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Дополнительные услуги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Additional Services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E3E"/>
                </a:solidFill>
              </a:rPr>
              <a:t>NEEDS IMPROVEMENT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57600"/>
            <a:ext cx="91440" cy="10972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2" name="Shape 20"/>
          <p:cNvSpPr/>
          <p:nvPr/>
        </p:nvSpPr>
        <p:spPr>
          <a:xfrm>
            <a:off x="2926080" y="3657600"/>
            <a:ext cx="1371600" cy="10972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0" y="36576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36.7%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31520" y="3794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ТПП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Технологическое присоединение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Technical Connection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E3E"/>
                </a:solidFill>
              </a:rPr>
              <a:t>NEEDS IMPROVEMENT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Patterns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/>
              <a:tblGrid>
                <a:gridCol w="4572000"/>
                <a:gridCol w="1828800"/>
                <a:gridCol w="1828800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Pattern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Occurrences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Errors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Incorrect terminology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Incorrect cost calculation or tariffs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Power/category limitations not considered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 benefit rate applied incorrectly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Confusion between ДУ and ТП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TPP procedure order violation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Total: 181 errors across 115 questions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LLM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</a:rPr>
              <a:t>92.9%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Agreement with manual review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(286 out of 308 questions)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548640" cy="548640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1280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Cases marked wrong when actually correct (overly strict)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548640" cy="548640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17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Cases with no judge data available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Key Insight: Judge tends to be overly strict — consider as a lower bound for accuracy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Week 1-2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320040"/>
          </a:xfrm>
          <a:prstGeom prst="rect">
            <a:avLst/>
          </a:prstGeom>
          <a:solidFill>
            <a:srgbClr val="E53E3E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E3E"/>
                </a:solidFill>
              </a:rPr>
              <a:t>Immediate Actions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ДУ category accuracy (32.8%)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search quality for deadlines/costs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password recovery procedures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51760" cy="45720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Week 3-4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91840" y="1554480"/>
            <a:ext cx="2651760" cy="320040"/>
          </a:xfrm>
          <a:prstGeom prst="rect">
            <a:avLst/>
          </a:prstGeom>
          <a:solidFill>
            <a:srgbClr val="DD6B20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6B20"/>
                </a:solidFill>
              </a:rPr>
              <a:t>Short-term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87452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0116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Anna corrections to prompts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source attribution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Power/category constraint awareness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51760" cy="4572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Month 2-3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2651760" cy="320040"/>
          </a:xfrm>
          <a:prstGeom prst="rect">
            <a:avLst/>
          </a:prstGeom>
          <a:solidFill>
            <a:srgbClr val="38A169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A169"/>
                </a:solidFill>
              </a:rPr>
              <a:t>Medium-term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87452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0116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response agents per category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quality monitoring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automation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benchmark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 Analysis Report</dc:title>
  <dc:subject>PptxGenJS Presentation</dc:subject>
  <dc:creator>AI Assistant</dc:creator>
  <cp:lastModifiedBy>AI Assistant</cp:lastModifiedBy>
  <cp:revision>1</cp:revision>
  <dcterms:created xsi:type="dcterms:W3CDTF">2026-04-28T09:12:11Z</dcterms:created>
  <dcterms:modified xsi:type="dcterms:W3CDTF">2026-04-28T09:12:11Z</dcterms:modified>
</cp:coreProperties>
</file>