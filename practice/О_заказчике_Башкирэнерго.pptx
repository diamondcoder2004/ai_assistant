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 ЗАКАЗЧИКЕ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«БАШКИРЭНЕРГО»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Производственное объединение информационных технологий и связи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«Башкирэнерго» — один из крупнейших энергетических холдингов России, обеспечивающий надежное электроснабжение Республики Башкортостан. </a:t>
            </a:r>
            <a:endParaRPr lang="en-US" sz="1400" dirty="0"/>
          </a:p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ИТиС (Производственное объединение информационных технологий и связи) отвечает за цифровую трансформацию и внедрение современных IT-решений в энергетической отрасли.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ФАКТЫ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53035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Энергетическая отрасль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53035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Республика Башкортостан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9436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943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Тысячи клиентов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59436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5943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Технологическое присоединение</a:t>
            </a:r>
            <a:endParaRPr lang="en-US" sz="1300" dirty="0"/>
          </a:p>
        </p:txBody>
      </p:sp>
      <p:pic>
        <p:nvPicPr>
          <p:cNvPr id="20" name="Image 0" descr="C:\Users\almaz\.qwen\tmp\clipboard\clipboard-1776186950148-8567dad1-16f3-4cc0-8484-dca1276929e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371600"/>
            <a:ext cx="5029200" cy="38404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00800" y="5303520"/>
            <a:ext cx="5029200" cy="548640"/>
          </a:xfrm>
          <a:prstGeom prst="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5303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Здание ПО ИТиС ООО «Башкирэнерго»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1538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ИИ-ассистент по технологическому присоединению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Башкирэнерго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 заказчике - Башкирэнерго</dc:title>
  <dc:subject>Описание заказчика</dc:subject>
  <dc:creator>Алмаз Сабитов</dc:creator>
  <cp:lastModifiedBy>Алмаз Сабитов</cp:lastModifiedBy>
  <cp:revision>1</cp:revision>
  <dcterms:created xsi:type="dcterms:W3CDTF">2026-04-14T17:18:52Z</dcterms:created>
  <dcterms:modified xsi:type="dcterms:W3CDTF">2026-04-14T17:18:52Z</dcterms:modified>
</cp:coreProperties>
</file>